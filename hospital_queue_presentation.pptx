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D9488"/>
                </a:solidFill>
              </a:defRPr>
            </a:pPr>
            <a:r>
              <a:t>HOSPITAL QUEUE MANAGEMENT SYSTEM</a:t>
            </a:r>
          </a:p>
          <a:p>
            <a:pPr>
              <a:spcBef>
                <a:spcPts val="1500"/>
              </a:spcBef>
              <a:defRPr sz="2200">
                <a:solidFill>
                  <a:srgbClr val="FFFFFF"/>
                </a:solidFill>
              </a:defRPr>
            </a:pPr>
            <a:r>
              <a:t>Real-Time Patient Flow, Staff Portals, Billing &amp; Growth Loop</a:t>
            </a:r>
          </a:p>
          <a:p>
            <a:pPr>
              <a:spcBef>
                <a:spcPts val="4000"/>
              </a:spcBef>
              <a:defRPr sz="1400">
                <a:solidFill>
                  <a:srgbClr val="64748B"/>
                </a:solidFill>
              </a:defRPr>
            </a:pPr>
            <a:r>
              <a:t>Next.js &amp; NestJS Microservices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The Core Problem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Understanding the friction in traditional outpatient healthcare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High Perceived Wait Times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Patients experience anxiety waiting without knowing their exact position or estimated delay.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Front Desk Administrative Overhead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Receptionists are constantly interrupted by patients asking 'How much longer?' or manual token tracking.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Disconnected Workflows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Doctors, receptionists, and billing staff work in silos, leading to slower handoffs and billing leakage.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Missed Feedback &amp; Online Growth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Clinics fail to capture ratings at the moment of care, missing opportunities to boost Google Maps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1. Live Patient Queue Tracker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Real-time visibility from any mobile browser—no app install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Live Token Tracking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Displays patient's current position, total people ahead, and live serving token code.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Dynamic ETA Engine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Predicts absolute wait times based on historical consultation averages per doctor.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Aesthetics &amp; Accessibility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Features custom styling with dark mode memory, instant status indicators, and chime notifications.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No Installation Barrier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Web-native responsive page accessible via QR code scans or SMS tracking 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2. Staff Receptionist Dashboard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Streamlining patient onboarding, verification, and doctor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Rapid Patient Intake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Quick phone lookup to autofill details and add patient directly to a live doctor's queue.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Token Customization &amp; Printing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Generate and print custom physical slips with token number and department details.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Flexible Queue Management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Receptionists can bypass, skip, cancel, or re-order queue list entries in one click.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Multi-Location Branch Routing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Allows staff to configure and manage doctor schedules and receptionist assignments by branch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3. Dedicated Doctor Dashboard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Frictionless queue progression and focus on patient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One-Click Serving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Call 'Next Patient' directly from the panel. Triggers instant patient browser chiming.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Break &amp; Pause Controls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Temporarily pause serving to set tea breaks or meetings with custom notes and timers displayed to patients.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Patient History Access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Browse previous consultation logs and notes within the clinic group directly during active care.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Consultation Hand-offs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Seamlessly flags completed consultations, transitioning them automatically to the billing desk.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4. Billing &amp; Cashier Desk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Capturing revenue at point of service with zero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Automatic Bill Generation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Triggered automatically when a doctor completes a consultation.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Flexible Payment Logging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Support and record split payment modes (Cash, Card, UPI) on the fly.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Consolidated Financial Reports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Consolidated ledger for administrators to monitor pending invoices and collected revenues per branch.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Status Tracking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Visual billing status tags (PENDING, PAID, PARTIAL) synchronized with patient checkout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5. The Marketing Growth Loop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Turning positive patient experiences into public brand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4-5 Star Smart Redirection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When a patient rates a completed consultation 4 or 5 stars, an interactive modal triggers.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Clipboard Copy-Paste Automation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Auto-copies the patient's written positive comments to clipboard so they can paste it directly on Google.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Branch-Specific Redirects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Admins can configure unique Google Review Links per branch location, routing reviews to the correct local listing.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Private Feedback Capture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Lower ratings (1-3 stars) are logged internally for clinic improvement, preventing public complaints.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Technical Stack &amp; Architecture</a:t>
            </a:r>
          </a:p>
          <a:p>
            <a:pPr>
              <a:spcBef>
                <a:spcPts val="500"/>
              </a:spcBef>
              <a:defRPr sz="1400">
                <a:solidFill>
                  <a:srgbClr val="64748B"/>
                </a:solidFill>
              </a:defRPr>
            </a:pPr>
            <a:r>
              <a:t>Modern, fast, and scalable technology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Frontend: Next.js &amp; TailwindCSS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Responsive web pages, optimized assets, local storage theme state, and clean component architecture.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Backend: NestJS &amp; Node.js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Robust, decoupled REST API endpoints with structured guards, filters, and controllers.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Real-time: Socket.io (WebSockets)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Instantly pushes doctor updates, queue positions, and ETA changes to patient screen without page refreshes.</a:t>
            </a:r>
          </a:p>
          <a:p>
            <a:pPr>
              <a:spcBef>
                <a:spcPts val="1200"/>
              </a:spcBef>
              <a:defRPr sz="1800" b="1">
                <a:solidFill>
                  <a:srgbClr val="1E293B"/>
                </a:solidFill>
              </a:defRPr>
            </a:pPr>
            <a:r>
              <a:t>Database: PostgreSQL &amp; Prisma ORM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</a:defRPr>
            </a:pPr>
            <a:r>
              <a:t>   Type-safe database interactions with comprehensive migrations supporting multi-location branches.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